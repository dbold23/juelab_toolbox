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f39e7d4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f39e7d4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f39e7d42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f39e7d42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f39e7d42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f39e7d42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f39e7d42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f39e7d42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f39e7d42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f39e7d42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2558f393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2558f393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2558f393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2558f393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f39e7d42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f39e7d42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f39e7d42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f39e7d42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f39e7d42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f39e7d42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f39e7d42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f39e7d42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f39e7d425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3f39e7d425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f39e7d425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f39e7d425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2558f39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2558f39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2558f393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2558f393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2558f393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42558f393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2558f393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42558f393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9de77b1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9de77b1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9de77b13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9de77b13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9de77b13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9de77b13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41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Relationship Id="rId6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45.png"/><Relationship Id="rId6" Type="http://schemas.openxmlformats.org/officeDocument/2006/relationships/image" Target="../media/image6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56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Relationship Id="rId6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66.png"/><Relationship Id="rId6" Type="http://schemas.openxmlformats.org/officeDocument/2006/relationships/image" Target="../media/image6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5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Relationship Id="rId5" Type="http://schemas.openxmlformats.org/officeDocument/2006/relationships/image" Target="../media/image70.png"/><Relationship Id="rId6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4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TECAN Run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BIF2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BIFANDLB_BIF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H2O_BIF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LB_BIF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BIF_BIF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BIF6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2253" l="0" r="0" t="2253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2998" l="0" r="0" t="2998"/>
          <a:stretch/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5">
            <a:alphaModFix/>
          </a:blip>
          <a:srcRect b="2998" l="0" r="0" t="2998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6">
            <a:alphaModFix/>
          </a:blip>
          <a:srcRect b="3643" l="0" r="0" t="3643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BIF7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2253" l="0" r="0" t="2253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2998" l="0" r="0" t="2998"/>
          <a:stretch/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5">
            <a:alphaModFix/>
          </a:blip>
          <a:srcRect b="2998" l="0" r="0" t="2998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6">
            <a:alphaModFix/>
          </a:blip>
          <a:srcRect b="4362" l="0" r="0" t="4371"/>
          <a:stretch/>
        </p:blipFill>
        <p:spPr>
          <a:xfrm>
            <a:off x="1929600" y="89973"/>
            <a:ext cx="3109145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BIF9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2998" l="0" r="0" t="2998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b="2998" l="0" r="0" t="2998"/>
          <a:stretch/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 rotWithShape="1">
          <a:blip r:embed="rId5">
            <a:alphaModFix/>
          </a:blip>
          <a:srcRect b="2998" l="0" r="0" t="2998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6">
            <a:alphaModFix/>
          </a:blip>
          <a:srcRect b="4362" l="0" r="0" t="4371"/>
          <a:stretch/>
        </p:blipFill>
        <p:spPr>
          <a:xfrm>
            <a:off x="1929600" y="89973"/>
            <a:ext cx="3109145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FLUPC8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2998" l="0" r="0" t="2998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4">
            <a:alphaModFix/>
          </a:blip>
          <a:srcRect b="845" l="0" r="0" t="845"/>
          <a:stretch/>
        </p:blipFill>
        <p:spPr>
          <a:xfrm>
            <a:off x="5038745" y="2492149"/>
            <a:ext cx="3218705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5">
            <a:alphaModFix/>
          </a:blip>
          <a:srcRect b="3729" l="0" r="0" t="3738"/>
          <a:stretch/>
        </p:blipFill>
        <p:spPr>
          <a:xfrm>
            <a:off x="5148305" y="89973"/>
            <a:ext cx="3066561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6">
            <a:alphaModFix/>
          </a:blip>
          <a:srcRect b="2998" l="0" r="0" t="2998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LCY1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LCY2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LCY4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2998" l="0" r="0" t="2998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 rotWithShape="1">
          <a:blip r:embed="rId4">
            <a:alphaModFix/>
          </a:blip>
          <a:srcRect b="2998" l="0" r="0" t="2998"/>
          <a:stretch/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5">
            <a:alphaModFix/>
          </a:blip>
          <a:srcRect b="3738" l="0" r="0" t="3729"/>
          <a:stretch/>
        </p:blipFill>
        <p:spPr>
          <a:xfrm>
            <a:off x="5148305" y="89973"/>
            <a:ext cx="3066561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 rotWithShape="1">
          <a:blip r:embed="rId6">
            <a:alphaModFix/>
          </a:blip>
          <a:srcRect b="3643" l="0" r="0" t="3643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b="2253" l="0" r="0" t="2253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 rotWithShape="1">
          <a:blip r:embed="rId4">
            <a:alphaModFix/>
          </a:blip>
          <a:srcRect b="1597" l="0" r="0" t="1587"/>
          <a:stretch/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/>
          <p:cNvPicPr preferRelativeResize="0"/>
          <p:nvPr/>
        </p:nvPicPr>
        <p:blipFill rotWithShape="1">
          <a:blip r:embed="rId5">
            <a:alphaModFix/>
          </a:blip>
          <a:srcRect b="2998" l="0" r="0" t="2998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6">
            <a:alphaModFix/>
          </a:blip>
          <a:srcRect b="3643" l="0" r="0" t="3643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2998" l="0" r="0" t="2998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4">
            <a:alphaModFix/>
          </a:blip>
          <a:srcRect b="1342" l="0" r="0" t="1342"/>
          <a:stretch/>
        </p:blipFill>
        <p:spPr>
          <a:xfrm>
            <a:off x="5038745" y="2492149"/>
            <a:ext cx="3218704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 rotWithShape="1">
          <a:blip r:embed="rId5">
            <a:alphaModFix/>
          </a:blip>
          <a:srcRect b="3729" l="0" r="0" t="3738"/>
          <a:stretch/>
        </p:blipFill>
        <p:spPr>
          <a:xfrm>
            <a:off x="5148305" y="89973"/>
            <a:ext cx="3066561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 rotWithShape="1">
          <a:blip r:embed="rId6">
            <a:alphaModFix/>
          </a:blip>
          <a:srcRect b="3643" l="0" r="0" t="3643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2998" l="0" r="0" t="2998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 rotWithShape="1">
          <a:blip r:embed="rId4">
            <a:alphaModFix/>
          </a:blip>
          <a:srcRect b="845" l="0" r="0" t="845"/>
          <a:stretch/>
        </p:blipFill>
        <p:spPr>
          <a:xfrm>
            <a:off x="5038745" y="2492149"/>
            <a:ext cx="3218705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 rotWithShape="1">
          <a:blip r:embed="rId5">
            <a:alphaModFix/>
          </a:blip>
          <a:srcRect b="2998" l="0" r="0" t="2998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 rotWithShape="1">
          <a:blip r:embed="rId6">
            <a:alphaModFix/>
          </a:blip>
          <a:srcRect b="2998" l="0" r="0" t="2998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/>
          <p:nvPr/>
        </p:nvSpPr>
        <p:spPr>
          <a:xfrm>
            <a:off x="1925900" y="69600"/>
            <a:ext cx="3171300" cy="2502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5"/>
          <p:cNvPicPr preferRelativeResize="0"/>
          <p:nvPr/>
        </p:nvPicPr>
        <p:blipFill rotWithShape="1">
          <a:blip r:embed="rId3">
            <a:alphaModFix/>
          </a:blip>
          <a:srcRect b="2998" l="0" r="0" t="2998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/>
          <p:cNvPicPr preferRelativeResize="0"/>
          <p:nvPr/>
        </p:nvPicPr>
        <p:blipFill rotWithShape="1">
          <a:blip r:embed="rId4">
            <a:alphaModFix/>
          </a:blip>
          <a:srcRect b="2253" l="0" r="0" t="2253"/>
          <a:stretch/>
        </p:blipFill>
        <p:spPr>
          <a:xfrm>
            <a:off x="5038745" y="2492149"/>
            <a:ext cx="3218705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 rotWithShape="1">
          <a:blip r:embed="rId5">
            <a:alphaModFix/>
          </a:blip>
          <a:srcRect b="2998" l="0" r="0" t="2998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 rotWithShape="1">
          <a:blip r:embed="rId6">
            <a:alphaModFix/>
          </a:blip>
          <a:srcRect b="3643" l="0" r="0" t="3643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 rotWithShape="1">
          <a:blip r:embed="rId3">
            <a:alphaModFix/>
          </a:blip>
          <a:srcRect b="2998" l="0" r="0" t="2998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 rotWithShape="1">
          <a:blip r:embed="rId4">
            <a:alphaModFix/>
          </a:blip>
          <a:srcRect b="1597" l="0" r="0" t="1587"/>
          <a:stretch/>
        </p:blipFill>
        <p:spPr>
          <a:xfrm>
            <a:off x="5038745" y="2492149"/>
            <a:ext cx="3218706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 rotWithShape="1">
          <a:blip r:embed="rId5">
            <a:alphaModFix/>
          </a:blip>
          <a:srcRect b="2998" l="0" r="0" t="2998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 rotWithShape="1">
          <a:blip r:embed="rId6">
            <a:alphaModFix/>
          </a:blip>
          <a:srcRect b="2998" l="0" r="0" t="2998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/>
          <p:nvPr/>
        </p:nvSpPr>
        <p:spPr>
          <a:xfrm>
            <a:off x="1925900" y="69600"/>
            <a:ext cx="3171300" cy="2502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IMID2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6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IMID3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8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6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IMID5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9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6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9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IMID8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0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0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6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1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6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1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2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2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6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2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2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type="title"/>
          </p:nvPr>
        </p:nvSpPr>
        <p:spPr>
          <a:xfrm>
            <a:off x="311700" y="51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CISPERM1</a:t>
            </a:r>
            <a:endParaRPr sz="2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20"/>
          </a:p>
        </p:txBody>
      </p:sp>
      <p:pic>
        <p:nvPicPr>
          <p:cNvPr id="234" name="Google Shape;234;p33"/>
          <p:cNvPicPr preferRelativeResize="0"/>
          <p:nvPr/>
        </p:nvPicPr>
        <p:blipFill rotWithShape="1">
          <a:blip r:embed="rId3">
            <a:alphaModFix/>
          </a:blip>
          <a:srcRect b="0" l="2874" r="2874" t="0"/>
          <a:stretch/>
        </p:blipFill>
        <p:spPr>
          <a:xfrm>
            <a:off x="1929600" y="2492149"/>
            <a:ext cx="3218704" cy="25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3"/>
          <p:cNvPicPr preferRelativeResize="0"/>
          <p:nvPr/>
        </p:nvPicPr>
        <p:blipFill rotWithShape="1">
          <a:blip r:embed="rId4">
            <a:alphaModFix/>
          </a:blip>
          <a:srcRect b="0" l="2874" r="2874" t="0"/>
          <a:stretch/>
        </p:blipFill>
        <p:spPr>
          <a:xfrm>
            <a:off x="5038745" y="2492149"/>
            <a:ext cx="3218706" cy="2561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3"/>
          <p:cNvPicPr preferRelativeResize="0"/>
          <p:nvPr/>
        </p:nvPicPr>
        <p:blipFill rotWithShape="1">
          <a:blip r:embed="rId5">
            <a:alphaModFix/>
          </a:blip>
          <a:srcRect b="0" l="2125" r="2134" t="0"/>
          <a:stretch/>
        </p:blipFill>
        <p:spPr>
          <a:xfrm>
            <a:off x="5148305" y="89973"/>
            <a:ext cx="3066562" cy="24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3"/>
          <p:cNvPicPr preferRelativeResize="0"/>
          <p:nvPr/>
        </p:nvPicPr>
        <p:blipFill rotWithShape="1">
          <a:blip r:embed="rId6">
            <a:alphaModFix/>
          </a:blip>
          <a:srcRect b="0" l="1465" r="1465" t="0"/>
          <a:stretch/>
        </p:blipFill>
        <p:spPr>
          <a:xfrm>
            <a:off x="1929600" y="89973"/>
            <a:ext cx="3109144" cy="24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